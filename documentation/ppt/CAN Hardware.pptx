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91F0-A9A7-2F47-200A-56778B383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B6AEB-24B3-6B60-D16E-E36E0D30D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2A47-AD8F-077D-3201-62E0CF91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6C723-B54F-E9D7-BD29-23D60EDB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95A5-0640-D404-19E0-EBAC6EC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40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1E95-88A3-E3A1-3095-8DF29ECE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3AB5-D9B2-2610-5B63-CDC3D11AF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D2A5-0AAA-E210-AB88-67F80D58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EF3CD-33B8-4B83-5F45-5CEDD9DA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9CDB0-621B-98D5-8690-63087176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56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02EF0-4953-CAA0-C411-BDAEA181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0D141-26D2-703D-6AAD-D9DBDB767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47EAF-790D-DBB6-B086-799EF04B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F207-4C15-70A9-D0A7-56448FC4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C51F0-1549-CA18-7BEE-6D769B7D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51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C645-9D3D-B91E-F3FC-361F4168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35A5-617E-2114-2DF4-EBB18A76F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4E72-0BE8-9360-9931-B05E278C3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0AE9F-71AF-DB05-1599-D6A43D9B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7CA90-C2E9-9CED-CE9F-2457BC1D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52FA6-6C29-DDD4-63BF-C12769C2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88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A13E-3BFE-211C-EDED-93627A29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FD967-1C9D-7F4C-425F-0750D244F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9E1D8-85BD-5C11-8393-78A6B3108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7D5DF-EF37-639D-1B4B-FBBC92B8B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0053E-4F52-CB68-5FA7-334DFB6CD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1ABCA-ECC2-5254-40E0-116F770E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E12B3-082B-2D3A-D268-94B183D7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E1282-8A86-EDC3-9B5F-E103983F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693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F556-D846-6A37-207F-DC99C1AB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14868-3446-1C34-E3CF-BB91C2BA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D5D56-2AED-7BAC-BBBA-B1A9EF24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76F3-A584-6779-ACC6-B13CCBAC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73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D947C-6503-B943-1CDA-97D5FED0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0BC20-8E74-6C1A-E3B8-346CD821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E978F-C900-AFA2-3952-31966A18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0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3997-F18F-CEC2-59EA-E843DA0E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5C87B-70C9-F365-D7D4-0304A3AD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364F2-5ED7-F3A0-4439-DEA4F8F19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D0F49-3F9C-CFAC-8552-DA44CB05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60814-5A7B-D51B-1D3F-E6371E1C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5E17A-E6DE-DE5B-019B-380F4425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36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1229-608B-E113-4B88-072B57C61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9CB80-5F52-F06E-6EF7-7B9D4349C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47471-973B-57BA-B41B-5EB8A5E3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DECBC-15EE-CBFD-4241-17578792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E98FF-33D8-EC68-6683-1901F93E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0F78E-6B5A-A9FB-D99D-541B8B59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95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EAD3-0CE4-2254-59FD-4C590CB1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0D49C-E8A3-1778-DF92-5D72849D8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04A70-2A40-2BC8-0E01-51FF3B60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8FD63-CD94-DF51-0F23-7D57C803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09E7-F7A3-F9B5-2817-7034C68A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94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6920FA-ADF3-EB57-E6CB-0EFF83EB6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3EF70-C1F6-C094-EE26-E8C799796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01ACB-40E3-00D9-81DA-16F3CF13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28CD1-DA38-567C-16EF-904CEE53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B517-AFD7-93BF-DA00-349CFA99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11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D31E5-2498-8A58-0D04-4B15B426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471C7-C57F-B0B2-1815-1CF919BA2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E9CE5-28BA-1FD6-0B4F-7AA2B6420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1E50D-BD87-47E1-9670-04820F6F869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2864C-3002-A1E6-51CF-0A328DD25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CC81-1126-B62F-B2C7-0C352C630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96540-A3B9-4AB9-97FC-6AF094D1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7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9A00-B4C7-B787-07D6-9B4E2CFBC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CAN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B6A33-59AE-E09D-B85C-7614D9ECD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Fináczy Balázs</a:t>
            </a:r>
          </a:p>
        </p:txBody>
      </p:sp>
    </p:spTree>
    <p:extLst>
      <p:ext uri="{BB962C8B-B14F-4D97-AF65-F5344CB8AC3E}">
        <p14:creationId xmlns:p14="http://schemas.microsoft.com/office/powerpoint/2010/main" val="935048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CE0ED0-71AC-83AB-1E32-F49262228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139" y="624998"/>
            <a:ext cx="9129722" cy="560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310C6-8145-CE2A-E5B9-EB68E662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CAN-bus</a:t>
            </a:r>
          </a:p>
        </p:txBody>
      </p:sp>
    </p:spTree>
    <p:extLst>
      <p:ext uri="{BB962C8B-B14F-4D97-AF65-F5344CB8AC3E}">
        <p14:creationId xmlns:p14="http://schemas.microsoft.com/office/powerpoint/2010/main" val="115161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D2C89-79E7-FF62-1017-25634146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Rendszerterv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390DF-2AD1-9916-23DD-62CFCBA79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046114"/>
            <a:ext cx="6780700" cy="476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52023-532F-A33D-9563-E9A7A37A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67" y="0"/>
            <a:ext cx="1037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6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84B95-D21B-BC54-DCEA-2D90C798D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67" y="0"/>
            <a:ext cx="1037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68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77149-0178-A498-9059-C65808F66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67" y="0"/>
            <a:ext cx="1037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3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21D8B-A48E-BCF6-6FA1-1F360EC64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67" y="0"/>
            <a:ext cx="1037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35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3B058-348B-94FA-758D-2AE1DB751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67" y="0"/>
            <a:ext cx="1037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1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9D8C4-87E0-D99C-68F8-1F1988D5F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67" y="0"/>
            <a:ext cx="10376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9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1233A0-1DB5-594A-58C3-01FCF1560324}"/>
              </a:ext>
            </a:extLst>
          </p:cNvPr>
          <p:cNvGrpSpPr/>
          <p:nvPr/>
        </p:nvGrpSpPr>
        <p:grpSpPr>
          <a:xfrm>
            <a:off x="282575" y="599440"/>
            <a:ext cx="11626850" cy="5456238"/>
            <a:chOff x="282575" y="579120"/>
            <a:chExt cx="11626850" cy="5456238"/>
          </a:xfrm>
        </p:grpSpPr>
        <p:graphicFrame>
          <p:nvGraphicFramePr>
            <p:cNvPr id="2" name="Object 1">
              <a:extLst>
                <a:ext uri="{FF2B5EF4-FFF2-40B4-BE49-F238E27FC236}">
                  <a16:creationId xmlns:a16="http://schemas.microsoft.com/office/drawing/2014/main" id="{A3EF4E5F-F454-4926-EAB0-7467278CC8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4837644"/>
                </p:ext>
              </p:extLst>
            </p:nvPr>
          </p:nvGraphicFramePr>
          <p:xfrm>
            <a:off x="282575" y="579120"/>
            <a:ext cx="5813425" cy="545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crobat Document" r:id="rId2" imgW="5813883" imgH="5455778" progId="Acrobat.Document.DC">
                    <p:embed/>
                  </p:oleObj>
                </mc:Choice>
                <mc:Fallback>
                  <p:oleObj name="Acrobat Document" r:id="rId2" imgW="5813883" imgH="5455778" progId="Acrobat.Document.DC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82575" y="579120"/>
                          <a:ext cx="5813425" cy="5456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7DA54E9F-5AC0-71E5-975B-557A9F70EB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82911"/>
                </p:ext>
              </p:extLst>
            </p:nvPr>
          </p:nvGraphicFramePr>
          <p:xfrm>
            <a:off x="6096000" y="579121"/>
            <a:ext cx="5813425" cy="545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crobat Document" r:id="rId4" imgW="5813883" imgH="5455778" progId="Acrobat.Document.DC">
                    <p:embed/>
                  </p:oleObj>
                </mc:Choice>
                <mc:Fallback>
                  <p:oleObj name="Acrobat Document" r:id="rId4" imgW="5813883" imgH="5455778" progId="Acrobat.Document.DC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096000" y="579121"/>
                          <a:ext cx="5813425" cy="54562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02646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D63E1-F992-BDBB-D6C1-6B99ADC6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40" y="643466"/>
            <a:ext cx="75031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8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D6B56-EC52-90D9-7419-E0A24E65C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3" r="26572"/>
          <a:stretch>
            <a:fillRect/>
          </a:stretch>
        </p:blipFill>
        <p:spPr>
          <a:xfrm rot="5400000">
            <a:off x="2666999" y="-1738724"/>
            <a:ext cx="6858001" cy="103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08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168A-E464-D256-A0F5-FC8EC2AC0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Köszönöm</a:t>
            </a:r>
            <a:r>
              <a:rPr lang="en-GB" dirty="0"/>
              <a:t> a </a:t>
            </a:r>
            <a:r>
              <a:rPr lang="en-GB" dirty="0" err="1"/>
              <a:t>figyelmet</a:t>
            </a:r>
            <a:r>
              <a:rPr lang="en-GB" dirty="0"/>
              <a:t>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04B13-311E-8717-F3D9-A504458AF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12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</Words>
  <Application>Microsoft Office PowerPoint</Application>
  <PresentationFormat>Widescreen</PresentationFormat>
  <Paragraphs>5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Acrobat Document</vt:lpstr>
      <vt:lpstr>CAN Hardware</vt:lpstr>
      <vt:lpstr>CAN-bus</vt:lpstr>
      <vt:lpstr>Rendszerterv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Fináczy Balázs</dc:creator>
  <cp:lastModifiedBy>Fináczy Balázs</cp:lastModifiedBy>
  <cp:revision>6</cp:revision>
  <dcterms:created xsi:type="dcterms:W3CDTF">2026-06-03T20:38:35Z</dcterms:created>
  <dcterms:modified xsi:type="dcterms:W3CDTF">2026-06-04T07:49:54Z</dcterms:modified>
</cp:coreProperties>
</file>